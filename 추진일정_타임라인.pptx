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추진 일정" id="{7893c2d4-adb5-cbbd-c3c3-b5734e3f27fa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향후 추진 일정</a:t>
            </a:r>
            <a:endParaRPr lang="en-US" sz="2400" dirty="0"/>
          </a:p>
        </p:txBody>
      </p:sp>
      <p:sp>
        <p:nvSpPr>
          <p:cNvPr id="3" name="timeline-axis"/>
          <p:cNvSpPr/>
          <p:nvPr/>
        </p:nvSpPr>
        <p:spPr>
          <a:xfrm>
            <a:off x="457200" y="2331720"/>
            <a:ext cx="822960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" name="date-01"/>
          <p:cNvSpPr txBox="1"/>
          <p:nvPr/>
        </p:nvSpPr>
        <p:spPr>
          <a:xfrm>
            <a:off x="457200" y="1764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’26.4Q</a:t>
            </a:r>
            <a:endParaRPr lang="en-US" sz="1400" dirty="0"/>
          </a:p>
        </p:txBody>
      </p:sp>
      <p:sp>
        <p:nvSpPr>
          <p:cNvPr id="5" name="dot-01"/>
          <p:cNvSpPr/>
          <p:nvPr/>
        </p:nvSpPr>
        <p:spPr>
          <a:xfrm>
            <a:off x="1188720" y="2240280"/>
            <a:ext cx="182880" cy="18288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6" name="card-01"/>
          <p:cNvSpPr/>
          <p:nvPr/>
        </p:nvSpPr>
        <p:spPr>
          <a:xfrm>
            <a:off x="548640" y="2651760"/>
            <a:ext cx="1463040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label-01"/>
          <p:cNvSpPr txBox="1"/>
          <p:nvPr/>
        </p:nvSpPr>
        <p:spPr>
          <a:xfrm>
            <a:off x="548640" y="2651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STEP 01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공모 설계</a:t>
            </a:r>
            <a:endParaRPr lang="en-US" sz="1000" dirty="0"/>
          </a:p>
        </p:txBody>
      </p:sp>
      <p:sp>
        <p:nvSpPr>
          <p:cNvPr id="8" name="date-02"/>
          <p:cNvSpPr txBox="1"/>
          <p:nvPr/>
        </p:nvSpPr>
        <p:spPr>
          <a:xfrm>
            <a:off x="2103120" y="1764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’27.1Q</a:t>
            </a:r>
            <a:endParaRPr lang="en-US" sz="1400" dirty="0"/>
          </a:p>
        </p:txBody>
      </p:sp>
      <p:sp>
        <p:nvSpPr>
          <p:cNvPr id="9" name="dot-02"/>
          <p:cNvSpPr/>
          <p:nvPr/>
        </p:nvSpPr>
        <p:spPr>
          <a:xfrm>
            <a:off x="2834640" y="2240280"/>
            <a:ext cx="182880" cy="18288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0" name="card-02"/>
          <p:cNvSpPr/>
          <p:nvPr/>
        </p:nvSpPr>
        <p:spPr>
          <a:xfrm>
            <a:off x="2194560" y="2651760"/>
            <a:ext cx="1463040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label-02"/>
          <p:cNvSpPr txBox="1"/>
          <p:nvPr/>
        </p:nvSpPr>
        <p:spPr>
          <a:xfrm>
            <a:off x="2194560" y="2651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STEP 02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민간 제안</a:t>
            </a:r>
            <a:endParaRPr lang="en-US" sz="1000" dirty="0"/>
          </a:p>
        </p:txBody>
      </p:sp>
      <p:sp>
        <p:nvSpPr>
          <p:cNvPr id="12" name="date-03"/>
          <p:cNvSpPr txBox="1"/>
          <p:nvPr/>
        </p:nvSpPr>
        <p:spPr>
          <a:xfrm>
            <a:off x="3749040" y="1764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’27.2Q ~ 4Q</a:t>
            </a:r>
            <a:endParaRPr lang="en-US" sz="1400" dirty="0"/>
          </a:p>
        </p:txBody>
      </p:sp>
      <p:sp>
        <p:nvSpPr>
          <p:cNvPr id="13" name="dot-03"/>
          <p:cNvSpPr/>
          <p:nvPr/>
        </p:nvSpPr>
        <p:spPr>
          <a:xfrm>
            <a:off x="4480560" y="2240280"/>
            <a:ext cx="182880" cy="18288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4" name="card-03"/>
          <p:cNvSpPr/>
          <p:nvPr/>
        </p:nvSpPr>
        <p:spPr>
          <a:xfrm>
            <a:off x="3840480" y="2651760"/>
            <a:ext cx="1463040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label-03"/>
          <p:cNvSpPr txBox="1"/>
          <p:nvPr/>
        </p:nvSpPr>
        <p:spPr>
          <a:xfrm>
            <a:off x="3840480" y="2651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STEP 03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검토 / 심의</a:t>
            </a:r>
            <a:endParaRPr lang="en-US" sz="1000" dirty="0"/>
          </a:p>
        </p:txBody>
      </p:sp>
      <p:sp>
        <p:nvSpPr>
          <p:cNvPr id="16" name="date-04"/>
          <p:cNvSpPr txBox="1"/>
          <p:nvPr/>
        </p:nvSpPr>
        <p:spPr>
          <a:xfrm>
            <a:off x="5394960" y="1764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’28.1Q ~ 3Q</a:t>
            </a:r>
            <a:endParaRPr lang="en-US" sz="1400" dirty="0"/>
          </a:p>
        </p:txBody>
      </p:sp>
      <p:sp>
        <p:nvSpPr>
          <p:cNvPr id="17" name="dot-04"/>
          <p:cNvSpPr/>
          <p:nvPr/>
        </p:nvSpPr>
        <p:spPr>
          <a:xfrm>
            <a:off x="6126480" y="2240280"/>
            <a:ext cx="182880" cy="18288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8" name="card-04"/>
          <p:cNvSpPr/>
          <p:nvPr/>
        </p:nvSpPr>
        <p:spPr>
          <a:xfrm>
            <a:off x="5486400" y="2651760"/>
            <a:ext cx="1463040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label-04"/>
          <p:cNvSpPr txBox="1"/>
          <p:nvPr/>
        </p:nvSpPr>
        <p:spPr>
          <a:xfrm>
            <a:off x="5486400" y="2651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STEP 04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공고 / 협약</a:t>
            </a:r>
            <a:endParaRPr lang="en-US" sz="1000" dirty="0"/>
          </a:p>
        </p:txBody>
      </p:sp>
      <p:sp>
        <p:nvSpPr>
          <p:cNvPr id="20" name="date-05"/>
          <p:cNvSpPr txBox="1"/>
          <p:nvPr/>
        </p:nvSpPr>
        <p:spPr>
          <a:xfrm>
            <a:off x="7040880" y="1764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’28.下 ~ ’29.初</a:t>
            </a:r>
            <a:endParaRPr lang="en-US" sz="1400" dirty="0"/>
          </a:p>
        </p:txBody>
      </p:sp>
      <p:sp>
        <p:nvSpPr>
          <p:cNvPr id="21" name="dot-05"/>
          <p:cNvSpPr/>
          <p:nvPr/>
        </p:nvSpPr>
        <p:spPr>
          <a:xfrm>
            <a:off x="7772400" y="2240280"/>
            <a:ext cx="182880" cy="18288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2" name="card-05"/>
          <p:cNvSpPr/>
          <p:nvPr/>
        </p:nvSpPr>
        <p:spPr>
          <a:xfrm>
            <a:off x="7132320" y="2651760"/>
            <a:ext cx="1463040" cy="8229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3" name="label-05"/>
          <p:cNvSpPr txBox="1"/>
          <p:nvPr/>
        </p:nvSpPr>
        <p:spPr>
          <a:xfrm>
            <a:off x="7132320" y="2651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STEP 05</a:t>
            </a:r>
            <a:endParaRPr lang="en-US" sz="1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착공 / 개장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o">
  <a:themeElements>
    <a:clrScheme name="Mono">
      <a:dk1>
        <a:srgbClr val="1A1A1A"/>
      </a:dk1>
      <a:lt1>
        <a:srgbClr val="FFFFFF"/>
      </a:lt1>
      <a:dk2>
        <a:srgbClr val="2B2B2B"/>
      </a:dk2>
      <a:lt2>
        <a:srgbClr val="F2F2F2"/>
      </a:lt2>
      <a:accent1>
        <a:srgbClr val="1A1A1A"/>
      </a:accent1>
      <a:accent2>
        <a:srgbClr val="595959"/>
      </a:accent2>
      <a:accent3>
        <a:srgbClr val="8C8C8C"/>
      </a:accent3>
      <a:accent4>
        <a:srgbClr val="A6A6A6"/>
      </a:accent4>
      <a:accent5>
        <a:srgbClr val="BFBFBF"/>
      </a:accent5>
      <a:accent6>
        <a:srgbClr val="D9D9D9"/>
      </a:accent6>
      <a:hlink>
        <a:srgbClr val="1A1A1A"/>
      </a:hlink>
      <a:folHlink>
        <a:srgbClr val="595959"/>
      </a:folHlink>
    </a:clrScheme>
    <a:fontScheme name="Mono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2026-10-06T09:23:09Z</dcterms:created>
  <dcterms:modified xsi:type="dcterms:W3CDTF">2026-10-06T09:23:09Z</dcterms:modified>
</cp:coreProperties>
</file>