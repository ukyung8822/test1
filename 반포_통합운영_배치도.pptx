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푸드존 박스"/>
          <p:cNvSpPr/>
          <p:nvPr/>
        </p:nvSpPr>
        <p:spPr>
          <a:xfrm>
            <a:off x="822960" y="1463040"/>
            <a:ext cx="27432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463040"/>
            <a:ext cx="2743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반포 수상푸드존</a:t>
            </a:r>
            <a:endParaRPr lang="en-US" sz="15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MZ · 캐주얼</a:t>
            </a:r>
            <a:endParaRPr lang="en-US" sz="15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한강버스 · F&amp;B · 버스킹</a:t>
            </a:r>
            <a:endParaRPr lang="en-US" sz="1500" dirty="0"/>
          </a:p>
        </p:txBody>
      </p:sp>
      <p:sp>
        <p:nvSpPr>
          <p:cNvPr id="4" name="세빛섬 박스"/>
          <p:cNvSpPr/>
          <p:nvPr/>
        </p:nvSpPr>
        <p:spPr>
          <a:xfrm>
            <a:off x="5577840" y="1463040"/>
            <a:ext cx="2743200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577840" y="1463040"/>
            <a:ext cx="2743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세빛섬</a:t>
            </a:r>
            <a:endParaRPr lang="en-US" sz="15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FD9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프리미엄 · 고급</a:t>
            </a:r>
            <a:endParaRPr lang="en-US" sz="15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MICE · 공연 · 파인다이닝</a:t>
            </a:r>
            <a:endParaRPr lang="en-US" sz="1500" dirty="0"/>
          </a:p>
        </p:txBody>
      </p:sp>
      <p:sp>
        <p:nvSpPr>
          <p:cNvPr id="6" name="반포대교 화살표"/>
          <p:cNvSpPr/>
          <p:nvPr/>
        </p:nvSpPr>
        <p:spPr>
          <a:xfrm>
            <a:off x="3703320" y="1760220"/>
            <a:ext cx="1737360" cy="548640"/>
          </a:xfrm>
          <a:prstGeom prst="leftRightArrow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703320" y="17602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반포대교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194560" y="2697480"/>
            <a:ext cx="0" cy="274320"/>
          </a:xfrm>
          <a:prstGeom prst="line">
            <a:avLst/>
          </a:prstGeom>
          <a:noFill/>
          <a:ln w="15875">
            <a:solidFill>
              <a:srgbClr val="7F7F7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49440" y="2697480"/>
            <a:ext cx="0" cy="274320"/>
          </a:xfrm>
          <a:prstGeom prst="line">
            <a:avLst/>
          </a:prstGeom>
          <a:noFill/>
          <a:ln w="15875">
            <a:solidFill>
              <a:srgbClr val="7F7F7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94560" y="2971800"/>
            <a:ext cx="4754880" cy="0"/>
          </a:xfrm>
          <a:prstGeom prst="line">
            <a:avLst/>
          </a:prstGeom>
          <a:noFill/>
          <a:ln w="15875">
            <a:solidFill>
              <a:srgbClr val="7F7F7F"/>
            </a:solidFill>
            <a:prstDash val="solid"/>
          </a:ln>
        </p:spPr>
      </p:sp>
      <p:sp>
        <p:nvSpPr>
          <p:cNvPr id="11" name="통합운영 라벨"/>
          <p:cNvSpPr/>
          <p:nvPr/>
        </p:nvSpPr>
        <p:spPr>
          <a:xfrm>
            <a:off x="3474720" y="2788920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74720" y="27889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당사 통합 운영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2026-10-12T06:42:16Z</dcterms:created>
  <dcterms:modified xsi:type="dcterms:W3CDTF">2026-10-12T06:42:16Z</dcterms:modified>
</cp:coreProperties>
</file>